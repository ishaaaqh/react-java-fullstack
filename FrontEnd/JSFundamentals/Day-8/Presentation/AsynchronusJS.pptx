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Asynchronous JavaScript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Event Loop - Callbacks - Promises - Async/Await - Microtasks vs Macrotasks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Call Stack, Web APIs &amp; Callback Queue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Event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Microtask Queue vs Macrotask Queue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Promises (states, chaining, combinators)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Async/Await &amp; error handling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JS is Single-Threaded - So How Is It Async?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The Runtime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JS engine has ONE call stack - runs one thing at a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Browser/Node provides Web APIs (setTimeout, fetch, DOM events) that run outside the engine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Completed async work is queued (callback/task queue)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Event Loop moves queued callbacks to the stack ONLY when stack is empty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2588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console.log('1');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console.log('2'), 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console.log('3');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1, 3,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setTimeout callback waits for stack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be empty, even with 0ms delay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02-03 -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Microtasks vs Macrotasks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Microtasks (higher priority)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Promise.then/catch/finally callbacks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queueMicrotask()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MutationObserver callbacks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ALL microtasks run before the next macrotask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Macrotasks (lower priority)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setTimeout / setInterval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setImmediate (Node)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I/O, UI rendering, event callbacks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One macrotask runs per event loop tick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02-03 - INTERVIEW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Order of Execution - Classic Interview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console.log('1');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console.log('2'), 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Promise.resolve().then(() =&gt; console.log('3'));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console.log('4');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1, 4, 3,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Sync code first -&gt; all microtasks -&gt; then macrotask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455"/>
                </a:solidFill>
              </a:rPr>
              <a:t>Rule of thumb: Sync &gt; Microtasks (Promises) &gt; Macrotasks (setTimeout)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Promises - States &amp; Chaining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 = new Promise((resolve, reject) =&gt;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resolve('done'), 100);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p.then(res =&gt; res.toUpperCase())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.then(res =&gt; console.log(res))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.catch(err =&gt; console.error(err));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3 States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Pending -&gt; Fulfilled or Rejected (settles once, immutable after)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then() always returns a NEW promise (enables chaining)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catch() = then(null, onRejected) sugar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finally() runs regardless of outcome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INTERVIEW FAVORITE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Promise Combinators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Promise.all([...])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Resolves when ALL resolve; rejects fast on first rejection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Promise.allSettled([...])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Waits for all, returns status for each (never short-circuits)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Promise.race([...])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Settles as soon as ANY promise settles (first wins)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Promise.any([...])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2062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Resolves on first FULFILLED; rejects only if all reject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Async/Await &amp; Error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getData()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fetch(url);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res.json();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console.error('Failed:', err);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async function always returns a Promise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await pauses execution until the promise settles (non-blocking to rest of app)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Use try/catch to handle rejections (no .catch() needed)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Sequential awaits are slow - use Promise.all for parallel independent calls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3 -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JS is single-threaded; async work is offloaded to Web APIs / Node APIs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Event loop pushes queued callbacks to the stack only when it's empty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Microtasks (Promises) ALWAYS run before the next macrotask (setTimeout)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Promises have 3 states; combinators (all/allSettled/race/any) solve different needs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async/await is sugar over Promises - use try/catch, and Promise.all for parallelism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Next: ES6+ Advanced - Classes, Modules, Generators, Symbols -&gt;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2026-07-29T10:38:28Z</dcterms:created>
  <dcterms:modified xsi:type="dcterms:W3CDTF">2026-07-29T10:38:28Z</dcterms:modified>
</cp:coreProperties>
</file>
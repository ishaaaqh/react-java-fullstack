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Interview Deep-Dive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Output-Based Puzzles - Polyfills - Design Patterns - Final Revision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Tricky output-based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Polyfill: bind, call, apply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Polyfill: Promise.all, debounce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Design Patterns in 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Final rapid-fire revision checklist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Output-Based Puzzles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NaN);      // 'number'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console.log([] + []);         // ''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console.log([] + {});         // '[object Object]'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console.log(0.1 + 0.2);       // 0.30000000000000004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console.log(1 &lt; 2 &lt; 3);       // true (1&lt;2 -&gt; true=1, 1&lt;3)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console.log(3 &gt; 2 &gt; 1);       // false (3&gt;2 -&gt; true=1, 1&gt;1)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55"/>
                </a:solidFill>
              </a:rPr>
              <a:t>These trip up candidates via type coercion rules - practice explaining WHY, not just the output.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LIVE CODING FAVORITE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Polyfill: bind, call, apply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Function.prototype.myBind = function(ctx, ...args)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fn = this;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function(...more)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fn.apply(ctx, [...args, ...more]);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Function.prototype.myCall = function(ctx, ...args)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 = ctx || globalThis;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sym = Symbol();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ctx[sym] = this;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ctx[sym](...args);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ctx[sym];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LIVE CODING FAVORITE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Polyfill: Promise.all &amp; Debounce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myPromiseAll(promises)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Promise((resolve, reject)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results = [], completed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promises.forEach((p, i)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Promise.resolve(p).then(val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results[i] = val;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(++completed === promises.length) resolve(results);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}).catch(reject);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55"/>
                </a:solidFill>
              </a:rPr>
              <a:t>Practice writing this AND debounce/throttle (Day 6) from memory - both are frequent whiteboard asks.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Design Patterns in JavaScript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Module Pattern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IIFE returning an object - private state via closures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Predecessor to ES6 modules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Singleton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Ensure only one instance exists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Common in config objects, caches, DB connections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Observer / PubSub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Subject notifies subscribed observers of changes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Basis for event emitters, React state updates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REVISION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Final Rapid-Fire Revision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Execution context &amp; call stack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Hoisting &amp; TDZ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Scope chain &amp; closures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'this' in all contexts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Event loop &amp; task queues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Promise states &amp; combinators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Prototype chain &amp; 'new'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Classes &amp; inheritance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Generators &amp; iterators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222233"/>
                </a:solidFill>
              </a:rPr>
              <a:t>Debounce/throttle/currying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7 -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Output puzzles test coercion rules - always explain the WHY behind the answer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Practice writing bind/call/apply and Promise.all polyfills from memory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Module, Singleton, and Observer patterns appear frequently in system design rounds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Revisit Days 1-6 cheatsheets the night before any interview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You've now covered fundamentals through advanced interview-level JavaScript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7-Day Path Complete - Good luck!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2026-07-29T10:38:28Z</dcterms:created>
  <dcterms:modified xsi:type="dcterms:W3CDTF">2026-07-29T10:38:28Z</dcterms:modified>
</cp:coreProperties>
</file>
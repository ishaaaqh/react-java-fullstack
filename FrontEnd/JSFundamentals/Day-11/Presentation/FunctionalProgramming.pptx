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Functional JS &amp; Memory Management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Higher-Order Functions - Currying - Debounce/Throttle - Memory Leaks - GC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Higher-Order Functions &amp; Array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Pure Functions &amp; Immutability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Currying &amp; Partial Application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Debounce vs Throttle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Memory Leaks &amp; Garbage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Higher-Order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nums = [1, 2, 3, 4, 5];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nums.map(n =&gt; n * 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nums.filter(n =&gt; n % 2 === 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nums.reduce((acc, n) =&gt; acc + n, 0);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withLogging(fn)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(...args)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console.log('calling with', args);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fn(...args);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 function that takes a function as argument, returns one, or both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map/filter/reduce/forEach are all HOFs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Enables composition and reusable logic (e.g. decorators, middleware)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Pure Functions &amp; Immutability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Pure Function Rules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Same input always -&gt; same output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No side effects (no mutating external state, no I/O)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Easier to test, memoize, and reason about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Immutability in Practice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Avoid mutating arrays/objects directly - use spread or .map/.filter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const doesn't guarantee immutability - only Object.freeze does (shallow)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Immutability simplifies change detection (React, Redux rely on this)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Currying &amp; Partial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curry = fn =&gt; (...args)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args.length &gt;= fn.length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fn(...args)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(...more) =&gt; curry(fn)(...args, ...more);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add3 = curry((a, b, c) =&gt; a + b + c);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add3(1)(2)(3); //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add3(1, 2)(3); // 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Currying: transform f(a,b,c) into f(a)(b)(c)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Partial application: pre-fill SOME args, return a function for the rest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Used for reusable, configurable functions (e.g. logger with fixed prefix)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Common live-coding interview question - practice writing curry() from scratch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Debounce vs Throttle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760720" cy="4846320"/>
          </a:xfrm>
          <a:prstGeom prst="roundRect">
            <a:avLst>
              <a:gd name="adj" fmla="val 150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debounce(fn, delay)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timer;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(...args)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clearTimeout(timer);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= setTimeout(() =&gt; fn(...args), delay);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throttle(fn, limit)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wait = false;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(...args)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(wait) return;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fn(...args);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 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setTimeout(() =&gt; wait = false, limit);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1887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When to Use Which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4663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Debounce: waits for a pause (search-as-you-type, resize end)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Throttle: runs at most once per interval (scroll tracking, button spam)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Both prevent excessive function calls but solve different UX problems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Memory Leaks &amp; Garbage Collection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How GC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Mark-and-sweep: objects unreachable from roots get collected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Reachability, not reference count, decides survival (handles cycles)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Closures keep referenced variables alive - can unintentionally retain memory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Common Leak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Forgotten event listeners / timers not cleared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Global variables accidentally created (missing let/const in non-strict mode)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Detached DOM nodes still referenced in JS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Long-lived closures holding large objects unnecessarily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6 -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HOFs (map/filter/reduce) accept/return functions and enable composition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Pure functions avoid side effects; immutability requires explicit copying (not const)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Currying converts multi-arg functions into chained single-arg calls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Debounce waits for silence; throttle caps call frequency to one per interval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GC uses mark-and-sweep (reachability); leaks come from timers, listeners, closures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Next: Interview Deep-Dive - Output Puzzles, Polyfills &amp; Patterns -&gt;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2026-07-29T10:38:28Z</dcterms:created>
  <dcterms:modified xsi:type="dcterms:W3CDTF">2026-07-29T10:38:28Z</dcterms:modified>
</cp:coreProperties>
</file>
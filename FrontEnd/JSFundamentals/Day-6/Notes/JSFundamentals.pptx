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DAY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JavaScript Fundamentals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9E"/>
                </a:solidFill>
              </a:rPr>
              <a:t>Execution Context - Hoisting - Scope - Closures - this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Execution Context &amp; Call Stack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Hoisting (var, let, const, functions)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Scope Chain &amp; Lexical Scoping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Closures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'this' keyword in all contexts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01 -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Execution Context &amp; Call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55"/>
                </a:solidFill>
              </a:rPr>
              <a:t>Everything in JS runs inside an Execution Context - a wrapper managing variable/function access.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Two Phases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377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Creation Phase: hoist var (undefined) &amp; function declarations; create 'this'; set up scope chain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Execution Phase: code runs line by line, assigning actual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Global EC created first, then a new EC pushed for every function call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Call Stack = LIFO structure tracking active execution contexts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2402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outer()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inner()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console.log('in');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inner();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Stack: Global -&gt; outer -&gt; inner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pops back after each return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Hoisting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var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Hoisted &amp; initialized as undefined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Accessible before declaration (value: undefined)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Function-scoped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let / const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178308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Hoisted but NOT initialized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'Temporal Dead Zone' until declaration line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Block-scoped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function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178308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Fully hoisted with body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Callable before its definition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Function expressions NOT hoisted this way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02 - GOTCHA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Temporal Dead Zone - Interview Trap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console.log(a); // undefined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1;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console.log(b); // ReferenceError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 = 2;      // TDZ ends here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console.log(c); // ReferenceError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3;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28016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Why interviewers ask this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Tests if you know hoisting is not the same as initialization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TDZ = time between scope entry and declaration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Accessing let/const in TDZ throws ReferenceError, not undefined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03 -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Scope Chain &amp; Lexical Scoping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'global';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outer()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y = 'outer';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inner()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z = 'inner';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console.log(x, y, z);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JS looks up inner -&gt; outer -&gt; global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inner();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28016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Lexical scope = determined by WHERE code is written, not called from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Inner functions have access to outer variables (scope chain)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Scope is set at function creation time, not execution time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HIGH-FREQUENCY INTERVIEW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Closures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makeCounter()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count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function()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counter = makeCounter();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counter(); //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counter(); //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'count' persists between calls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28016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Definition &amp; Uses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 closure = function + its lexical environment bundled together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Inner function 'remembers' outer variables even after outer returns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Used for: data privacy, memoization, currying, module pattern, event handlers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Classic gotcha: closures in loops with var (all share same variable)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INTERVIEW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Classic Closure Gotcha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i = 0; i &lt; 3; i++)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console.log(i), 100);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3 3 3  (var is function-scoped)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3; i++)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console.log(i), 100);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0 1 2  (let creates new binding per iteration)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05 - HIGH-FREQUENCY INTERVIEW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'this' Keyword - All Contexts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Global &amp; Function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0632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Global: 'this' = window (browser) / undefined (strict/module)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Regular function call: 'this' = undefined (strict) or global object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463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Method &amp; Arrow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1874520"/>
            <a:ext cx="30632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Method call: 'this' = object before the dot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Arrow functions: NO own 'this' - inherits from enclosing lexical scope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0" y="128016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call / apply / bind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0" y="1874520"/>
            <a:ext cx="3383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call(obj, a, b): invoke now, args individually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apply(obj, [a,b]): invoke now, args as array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bind(obj): returns new function, bound permanently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Day 1 - 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Execution context has Creation + Execution phases; Call Stack tracks them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var is hoisted &amp; initialized undefined; let/const hoisted but in TDZ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Scope chain follows lexical (write-time) structure, not call-time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Closures = function + remembered outer scope; classic use: counters, module pattern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160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'this' depends on HOW a function is called, except arrow functions (lexical this)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ECCA3"/>
                </a:solidFill>
              </a:rPr>
              <a:t>Next: ES6 Core Features -&gt;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2026-07-29T10:35:34Z</dcterms:created>
  <dcterms:modified xsi:type="dcterms:W3CDTF">2026-07-29T10:35:34Z</dcterms:modified>
</cp:coreProperties>
</file>
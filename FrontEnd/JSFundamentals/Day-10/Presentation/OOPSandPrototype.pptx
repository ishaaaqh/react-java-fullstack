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A623"/>
                </a:solidFill>
              </a:rPr>
              <a:t>DAY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Prototypes &amp; Object-Oriented JS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B9E"/>
                </a:solidFill>
              </a:rPr>
              <a:t>Prototype Chain - Object.create - Inheritance Patterns - Object Methods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7432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 Prototype Chain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4107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__proto__ vs prototype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941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9410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Object.create &amp; Object.setPrototypeOf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4714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47141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Inheritance patterns (pre and post ES6)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0017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50017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Essential Object static methods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01 -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The Prototype Chain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animal = { eats: true };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rabbit = Object.create(animal);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rabbit.jumps = true;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rabbit.eats;  // true (found on animal via chain)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rabbit.hasOwnProperty('eats'); // false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Chain: rabbit -&gt; animal -&gt; Object.prototype -&gt; null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Key Points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Every object has an internal [[Prototype]] link to another object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Property lookup walks UP the chain until found or reaches null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This is how JS implements inheritance - delegation, not copying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Chain always ends at Object.prototype -&gt; null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02 - INTERVIEW TRAP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__proto__ vs .prototype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__proto__ (dunder proto)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37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Exists on every OBJECT INSTANCE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Accessor pointing to the actual [[Prototype]] used in lookups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Prefer Object.getPrototypeOf(obj) over __proto__ directly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</a:rPr>
              <a:t>.prototype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4937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Exists only on FUNCTIONS (used as constructors)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The object that becomes new instances' __proto__ when using 'new'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fn.prototype.constructor points back to fn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03 -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Object.create &amp; setPrototypeOf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Person(name) { this.name = name;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Person.prototype.greet = function()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`Hi, I'm ${this.name}`;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 = new Person('Sam');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'new' does: create obj -&gt; link proto -&gt;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 constructor with this=obj -&gt; return obj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What 'new' Actually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8463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1. Creates a new empty object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2. Sets its [[Prototype]] to Constructor.prototype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3. Calls constructor with 'this' bound to the new object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4. Returns the object (unless constructor returns another object)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04 -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Inheritance Patterns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Pre-ES6: Prototype Chaining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37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Child.prototype = Object.create(Parent.prototype)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Parent.call(this, args) to inherit instance properties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Verbose, easy to get wrong (must fix .constructor after)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7FA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CA3"/>
                </a:solidFill>
              </a:rPr>
              <a:t>ES6: class extends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49377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class Child extends Parent { }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super(args) calls parent constructor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3344"/>
                </a:solidFill>
              </a:rPr>
              <a:t>Same prototype mechanism underneath - just cleaner syntax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</a:rPr>
              <a:t>05 - 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Essential Object Methods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Object.keys(obj) / Object.values(obj) / Object.entries(obj)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Object.freeze(obj)   // shallow - immutable, no add/edit/delete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Object.seal(obj)     // no add/delete, but CAN edit existing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Object.assign({}, a, b) // shallow merge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Object.getPrototypeOf(obj)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ECC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obj.hasOwnProperty(key) // own vs inherited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Day 5 -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Objects link to a prototype; property lookup walks the chain until found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__proto__ is on instances; .prototype is on constructor functions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880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'new' creates an object, links its proto, runs the constructor, returns it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class extends is sugar over the same prototype-chaining mechanism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4348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freeze = fully locked (shallow); seal = no add/delete but editable; both shallow only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CCA3"/>
                </a:solidFill>
              </a:rPr>
              <a:t>Next: Functional JS, Memory Management &amp; Performance -&gt;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2026-07-29T10:38:28Z</dcterms:created>
  <dcterms:modified xsi:type="dcterms:W3CDTF">2026-07-29T10:38:28Z</dcterms:modified>
</cp:coreProperties>
</file>
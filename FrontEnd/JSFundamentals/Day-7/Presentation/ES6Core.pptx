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DAY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ES6 Core Features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B9E"/>
                </a:solidFill>
              </a:rPr>
              <a:t>let/const - Arrow Functions - Template Literals - Destructuring - Spread/Rest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let &amp; const vs var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4107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Arrow Functions &amp; lexical this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9410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Template Literals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471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47141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Destructuring (array &amp; object)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001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50017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Spread &amp; Rest operators, Default params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01 -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let &amp; const vs var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Why ES6 introduced them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Block scoping fixes var's function-scope leakage bugs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const = cannot reassign the binding (object contents CAN still mutate)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Prevents accidental re-declaration in the same scope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Best practice: const by default, let when reassignment is needed, avoid var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2588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obj = { a: 1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obj.a = 2;      // OK - mutating contents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= {};       // TypeError - reassigning binding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let x = 10;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console.log(x); // ReferenceError (block scoped)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02 -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Arrow 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 = (a, b) =&gt; a + b;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obj =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'JS',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greet: function()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setTimeout(()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console.log(this.name); // 'JS'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100);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Key Differences from Regular Functions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No own 'this' - inherits from enclosing lexical scope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No 'arguments' object (use rest params instead)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Cannot be used as a constructor (no 'new')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No 'prototype' property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Implicit return with single expression body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03 -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Template Literals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 = 'World';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console.log(`Hello, ${name}!`);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multi = `Line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2`;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tag(strings, ...values)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strings.raw.join('|');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tag`a${1}b${2}c`; // tagged template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Backticks allow embedded expressions: ${expr}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Native multi-line strings without \n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Tagged templates: function processes the literal parts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Common interview ask: implement a tag function for sanitization/i18n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04 -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Destructuring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[a, b, ...rest] = [1, 2, 3, 4];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a=1, b=2, rest=[3,4]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x, y: renamed, z = 10 } = { x: 1, y: 2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x=1, renamed=2, z=10 (default)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fn({ id, name })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console.log(id, name);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Where it's used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Swapping variables: [a, b] = [b, a]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Extracting props directly in function parameters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Nested destructuring for deep objects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Combine with default values for safe fallbacks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05 -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Spread, Rest &amp; Default Params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Spread (expands)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arr = [...arr1, ...arr2];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obj = { ...obj1, extra: true };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Rest (collects)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sum(...nums)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nums.reduce((a, b) =&gt; a + b);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 = 'Guest') { 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Interview Angle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Spread creates SHALLOW copies - nested objects still shared by reference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Rest must be the LAST parameter in a function signature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Spread used for immutable state updates (Redux pattern)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Default params evaluated at call-time, can reference earlier params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Day 2 -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const/let fix var's function-scope leaks; const locks the binding, not the value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Arrow functions have lexical 'this' and no 'arguments' - avoid for object methods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Template literals enable interpolation + tagged template processing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Destructuring extracts values cleanly from arrays/objects, with defaults &amp; renaming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34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Spread expands (shallow copy), rest collects; both power modern function signatures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CA3"/>
                </a:solidFill>
              </a:rPr>
              <a:t>Next: Async JavaScript - Event Loop &amp; Promises -&gt;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2026-07-29T10:38:27Z</dcterms:created>
  <dcterms:modified xsi:type="dcterms:W3CDTF">2026-07-29T10:38:27Z</dcterms:modified>
</cp:coreProperties>
</file>
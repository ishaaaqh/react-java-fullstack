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A623"/>
                </a:solidFill>
              </a:rPr>
              <a:t>DAY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ES6+ Advanced Features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B9E"/>
                </a:solidFill>
              </a:rPr>
              <a:t>Classes - Modules - Generators/Iterators - Symbols - Map/Set/WeakMap/WeakSet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74320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80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8803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Classes &amp; inheritance syntax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4107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341071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Modules (import/export)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94106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94106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Iterators &amp; Generators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47141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447141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Symbols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0017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50017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Map, Set, WeakMap, WeakSet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01 - 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ES6 Classes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#secret = 'hidden'; // private field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constructor(name) { this.name = name;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speak() { return `${this.name} makes a sound`;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create(name) { return new Animal(name);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 extends Animal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speak() { return `${super.speak()}: Woof`;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18872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Key Facts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37960" y="1783080"/>
            <a:ext cx="4846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Classes are syntactic sugar over prototype-based inheritance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Not hoisted like functions - in TDZ until declaration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'super' calls parent constructor/methods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Private fields (#field) enforce true encapsulation (ES2022)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static members belong to the class, not instances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02 - 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ES6 Modules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0" cy="3840480"/>
          </a:xfrm>
          <a:prstGeom prst="roundRect">
            <a:avLst>
              <a:gd name="adj" fmla="val 1905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math.js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PI = 3.14;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add(a, b) { return a+b; 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app.js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add, { PI } from './math.js';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* as math from './math.js';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18872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CA3"/>
                </a:solidFill>
              </a:rPr>
              <a:t>Interview Angle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37960" y="1783080"/>
            <a:ext cx="484632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Modules are singletons - imported once, cached, shared state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Named exports vs single default export per module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Imports are live bindings (reflect later updates to the exported value)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ESM is strict mode + async loading by default, unlike CommonJS require()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03 - HIGH-FREQUENCY INTERVIEW TOPIC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Iterators &amp; Generators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function* gen()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yield 1;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yield 2;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3;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it = gen();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it.next(); // { value: 1, done: false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it.next(); // { value: 2, done: false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it.next(); // { value: 3, done: true 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18872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4560"/>
                </a:solidFill>
              </a:rPr>
              <a:t>Key Points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37960" y="1783080"/>
            <a:ext cx="4846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Iterator = object with .next() returning {value, done}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Generator functions (function*) pause/resume execution with yield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Iterable protocol (Symbol.iterator) enables for...of loops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Generators used for lazy sequences, custom iteration, and were the basis for async/await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04 - 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Symbols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0" cy="3840480"/>
          </a:xfrm>
          <a:prstGeom prst="roundRect">
            <a:avLst>
              <a:gd name="adj" fmla="val 1905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id = Symbol('id');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 = { name: 'A', [id]: 123 };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id is unique - no collisions with string keys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Range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[Symbol.iterator]() { /* custom iteration */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18872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Why Symbols Exist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37960" y="1783080"/>
            <a:ext cx="484632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Guaranteed unique primitive value - avoids property name collisions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Used for 'hidden' object metadata not shown in for...in / JSON.stringify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Well-known symbols (Symbol.iterator, Symbol.asyncIterator) hook into language behavior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05 - 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Map, Set, WeakMap, WeakSet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Map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4937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Key-value pairs; ANY type as key (unlike objects)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Maintains insertion order, has .size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CA3"/>
                </a:solidFill>
              </a:rPr>
              <a:t>Set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1783080"/>
            <a:ext cx="4937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Collection of unique values, any type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Great for de-duplication: [...new Set(arr)]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794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4560"/>
                </a:solidFill>
              </a:rPr>
              <a:t>WeakMap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206240"/>
            <a:ext cx="4937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Keys must be objects, held weakly (garbage collectable)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Not iterable - used for private data / metadata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6118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794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WeakSet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4206240"/>
            <a:ext cx="4937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Objects only, weakly held, not iterable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Used to track object membership without memory leaks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Day 4 - 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Classes are sugar over prototypes; support private fields, static members, super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ES modules are singletons with live bindings, unlike CommonJS copies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8803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Generators (function*) pause/resume with yield - foundation for iterables &amp; async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6576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Symbols create guaranteed-unique keys, used for metadata and language hooks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4348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Map/Set add real key flexibility &amp; uniqueness; WeakMap/WeakSet prevent memory leaks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CA3"/>
                </a:solidFill>
              </a:rPr>
              <a:t>Next: Prototypes &amp; Object-Oriented JavaScript -&gt;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2026-07-29T10:38:28Z</dcterms:created>
  <dcterms:modified xsi:type="dcterms:W3CDTF">2026-07-29T10:38:28Z</dcterms:modified>
</cp:coreProperties>
</file>
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development, branch strategies, and conflict resolution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Why Branching?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Branch Internals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Merge 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Conflict Resolution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Why Branching? — The Problem it Solves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fixing Bug A. Suddenly you need to add Feature B. Without branches, your half-done bug fix and half-done feature are tangled together. You can't ship either.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the bug fix. Create another for the feature. Work on both independently. Each gets merged when done — clean, isolated, professional.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Real World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deploys hundreds of branches weekly. Every feature, bug fix, and experiment is isolated. Bad code never reaches production directly.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Lightweight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branch is just a 41-byte file (a commit hash). Creating a branch is essentially free — takes milliseconds, uses almost no storage.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How Branches Work Internally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8229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d3e4f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8229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g5h6i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594360" cy="0"/>
          </a:xfrm>
          <a:prstGeom prst="line">
            <a:avLst/>
          </a:prstGeom>
          <a:noFill/>
          <a:ln w="25400">
            <a:solidFill>
              <a:srgbClr val="F78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j7k8l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82880" cy="0"/>
          </a:xfrm>
          <a:prstGeom prst="line">
            <a:avLst/>
          </a:prstGeom>
          <a:noFill/>
          <a:ln w="25400">
            <a:solidFill>
              <a:srgbClr val="F78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m9n0p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548640"/>
            <a:ext cx="1463040" cy="320040"/>
          </a:xfrm>
          <a:prstGeom prst="roundRect">
            <a:avLst>
              <a:gd name="adj" fmla="val 1142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548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54864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548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= a pointer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file containing one commit hash. When you commit, the pointer moves forward automatically.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where you 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points to your current branch. git checkout moves HEAD to a different branch.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2648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free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100 branches costs almost nothing. Delete them freely after merging.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Essential Branch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4747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869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8869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8869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2326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List all branches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feature/login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00300" y="1508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Create new branch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feature/login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874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Switch to branch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feature/signup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4620" y="2240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Create + switch (shortcut!)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-c feature/payment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Modern syntax (Git 2.23+)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feature/login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030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Delete merged branch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5166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Force delete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708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Prefer git switch over git checkout for branches — it's clearer and was designed specifically for switching branches.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Types of Merges — Fast-Forward vs 3-Way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Fast-Forward Merge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No new commits on main since branching.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Git just moves the main pointer forward — no merge commit created.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Linear history. Looks like you never branched.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feature/login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3-Way Merge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Both branches have new commits (diverged).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Git creates a new 'merge commit' that has TWO parents, joining both lines.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Preserves the branch history.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--no-ff feature/login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Resolving Merge Conflicts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6517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869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8869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8869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1488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conflict occurs, Git marks the file like this:
</a:t>
            </a:r>
            <a:pPr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
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 from main branch'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 from feature branch'
</a:t>
            </a:r>
            <a:pPr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feature/login
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Resolve: edit file to keep what you want, then: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filename.js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"Merge feature/login into main"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shows conflicted 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file, remove markers, keep correct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resolved file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finalizes the 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Day 2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Switch Branches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feature/login and feature/signup, practice switching between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Parallel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different commits on main and feature branch simultaneously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Fast-Forward Merge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 into main when only feature has new commits — observe no merge commit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Resolve a Conflict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same line in both branches, merge, resolve the conflict manually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Cleanup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branches, practice git branch -d and -D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2026-04-11T19:24:04Z</dcterms:created>
  <dcterms:modified xsi:type="dcterms:W3CDTF">2026-04-11T19:24:04Z</dcterms:modified>
</cp:coreProperties>
</file>
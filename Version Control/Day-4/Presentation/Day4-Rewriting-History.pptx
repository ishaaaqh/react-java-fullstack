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47472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DAY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History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Rebase, amend, reset, revert, stash — shaping your Git history like a pro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rebase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revert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stash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✏️ git commit --amend — Fix Your Last Commit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42316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8046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Oops! Typo in last commit message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8046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--amend -m "Correct commit message"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11096"/>
            <a:ext cx="8046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Forgot to add a file to last commit?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49424"/>
            <a:ext cx="8046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forgotten_file.txt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587752"/>
            <a:ext cx="8046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--amend --no-edit          # Keep same message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8046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⚠️  Only amend commits NOT yet pushed to remote!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269748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564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Safe to amend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you haven't pushed yet. Only you have seen them.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3383280"/>
            <a:ext cx="269748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4564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Dangerous to amend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38404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already pushed. Creates different history that conflicts with teammates.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3383280"/>
            <a:ext cx="2697480" cy="129844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4564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amend does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38404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brand new commit with a new hash. The old one is replaced in history.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🔀 git rebase — Rewriting the Base of Your Branch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</a:rPr>
              <a:t>BEFORE rebase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AFTER rebase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1298448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2984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1298448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2984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201168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201168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011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13898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──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──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298448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2984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1545336"/>
            <a:ext cx="36576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1298448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2984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1545336"/>
            <a:ext cx="36576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1298448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12984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63840" y="1545336"/>
            <a:ext cx="36576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1298448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12984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A'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863840" y="1545336"/>
            <a:ext cx="365760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651760"/>
            <a:ext cx="8412480" cy="196596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27889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0392" y="27889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06424" y="27889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017520"/>
            <a:ext cx="8046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feature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3355848"/>
            <a:ext cx="8046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rebase main          # Replay feature commits on top of main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3694176"/>
            <a:ext cx="8046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Interactive rebase — edit, squash, reorder commits: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4032504"/>
            <a:ext cx="8046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rebase -i HEAD~3     # Rewrite last 3 commits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⏪ git reset vs git revert — Undoing Mistakes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--soft HEAD~1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last commit, keep changes STAGED.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is gone but files are ready to recommit.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Perfect for: "I committed too early"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16052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058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--mixed HEAD~1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444752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last commit, keep changes UNSTAGED.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modified but not staged.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Perfect for: "Let me reorganize these changes"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416052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346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--hard HEAD~1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last commit, DISCARD all changes.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destructive — changes are gone.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Only use locally, never after pushing!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743200"/>
            <a:ext cx="416052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8346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revert &lt;hash&gt;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273552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commit that undoes a previous one.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for shared branches — history stays intact.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for: undoing already-pushed commits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📦 git stash — Save Work Without Committing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6060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You're mid-feature, boss says 'fix this bug NOW'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stash                  # Save current work to stash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837944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main &amp;&amp; git checkout -b hotfix/urgent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139696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fix the bug, commit, merge ...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441448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feature/my-work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stash pop              # Restore your saved 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04495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stash list             # See all stashes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346704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stash apply stash@{2}  # Apply specific stash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547872"/>
            <a:ext cx="8412480" cy="1115568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1188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Real Scenario: Your manager calls. A production bug needs fixing immediately but you're halfway through a feature. Instead of losing your work or making a messy commit, git stash tucks your changes away. Fix the bug, come back, restore with git stash pop.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🎯  Day 4 Hands-On Tasks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88136"/>
            <a:ext cx="402336" cy="40233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88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0149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 a Commit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2984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commit, then amend its message. Amend to add a forgotten file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837944"/>
            <a:ext cx="402336" cy="40233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17647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All 3 Reset Modes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0482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commits then test --soft, --mixed, --hard — observe the differences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59736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587752"/>
            <a:ext cx="402336" cy="40233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25146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a Feature Branch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27980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 branch, make commits, rebase onto main — see clean linear history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337560"/>
            <a:ext cx="402336" cy="40233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32644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Rebase Cleanup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35478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4 messy commits, use git rebase -i to squash them into 2 clean ones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087368"/>
            <a:ext cx="402336" cy="40233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40142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Stash Simulation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15568" y="42976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editing files, stash them, switch branch, apply stash back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2026-04-11T19:26:21Z</dcterms:created>
  <dcterms:modified xsi:type="dcterms:W3CDTF">2026-04-11T19:26:21Z</dcterms:modified>
</cp:coreProperties>
</file>
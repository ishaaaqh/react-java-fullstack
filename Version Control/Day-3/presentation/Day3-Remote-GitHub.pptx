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47472"/>
            <a:ext cx="1371600" cy="384048"/>
          </a:xfrm>
          <a:prstGeom prst="roundRect">
            <a:avLst>
              <a:gd name="adj" fmla="val 11905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DAY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Repositories &amp; GitHub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pull, fetch, remotes, and collaborating with the world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</a:rPr>
              <a:t>Remotes Explained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</a:rPr>
              <a:t>Push &amp; Pull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</a:rPr>
              <a:t>Fetch vs Pull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320040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</a:rPr>
              <a:t>Pull Requests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🌐 What is a Remote Repository?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Local vs Remote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repo lives on your machine. A remote (like GitHub/GitLab) is another copy on a server. They're the same structure — Git doesn't distinguish.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origin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'origin' is just the default name for your first remote. It's a shortcut for the URL. You can have multiple remotes: origin, upstream, staging, production.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What GitHub Actually Does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hosts your .git folder on their servers. When you push, you send commits to their copy. When you pull, you download their commits.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2788920"/>
            <a:ext cx="402336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Authentication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uses SSH keys or HTTPS tokens. SSH is recommended — set it up once and never type passwords again.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📡 Working With Remotes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36576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1440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91440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91440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61288"/>
            <a:ext cx="8046720" cy="3200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local repo to GitHub
</a:t>
            </a:r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add origin https://github.com/user/repo.git
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all remotes
</a:t>
            </a:r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remote -v
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 commits to remote (first time — set tracking)
</a:t>
            </a:r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-u origin main
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that, just:
</a:t>
            </a:r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
</a:t>
            </a:r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AND merge remote changes:
</a:t>
            </a:r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4553712"/>
            <a:ext cx="8412480" cy="16459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git push -u sets the upstream tracking. After that, git push knows where to send changes without specifying remote/branch.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🔄 git fetch vs git pull — The Critical Difference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remote commits but does NOT touch your working directory or current branch.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anytime — it never overwrites your work.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review what changed before merging: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fetch origin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log HEAD..origin/main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merge origin/main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Use fetch when you want to inspect before integrating.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868680"/>
            <a:ext cx="4160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38988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for: git fetch + git merge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AND merges in one step. Can cause merge conflicts if your branch has changes.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clean history, use: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 pull --rebase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(replays your commits on top)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Use pull --rebase for a clean, linear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🔁 Pull Request Workflow — The Industry Standard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🍴 Fork or Clone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someone's repo on GitHub (your copy)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clone a shared team repo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0515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Create Branch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feature/my-feature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work directly on main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10515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12280" y="10789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Commit &amp; Push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changes, commit, push your branch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feature/my-feature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8803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Open Pull Request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3375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GitHub: compare &amp; create PR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changed and why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28803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Code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3375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reviews, comments, requests changes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iterate and push more commits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74320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2880360"/>
            <a:ext cx="457200" cy="457200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1228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Merge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337560"/>
            <a:ext cx="24871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 gets merged to main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can be deleted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🎯  Day 3 Hands-On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149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SSH Key &amp; GitHub Account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2984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SSH key, add to GitHub, test connection with ssh -T git@github.com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837944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15568" y="17647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First Repo to GitHub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0482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 on GitHub, add remote, push — see it live on the web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587752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514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Team Collaboration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repo in a new folder, make commits there, push, pull in original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337560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fetch vs pull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5478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 on GitHub directly (edit in UI), then fetch vs pull in terminal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40142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42976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branch, push, open a PR on GitHub with a proper description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Git Mastery Course  •  Day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2026-04-11T19:25:08Z</dcterms:created>
  <dcterms:modified xsi:type="dcterms:W3CDTF">2026-04-11T19:25:08Z</dcterms:modified>
</cp:coreProperties>
</file>
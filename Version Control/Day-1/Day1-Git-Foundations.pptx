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47472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Foundations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version control, Git internals, and your first repository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</a:rPr>
              <a:t>What is Git?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</a:rPr>
              <a:t>How Git Works Internally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</a:rPr>
              <a:t>Three Areas of Git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</a:rPr>
              <a:t>First Commit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What Problem Does Git Solve?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File Chaos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project_final.zip → project_final_v2.zip → project_ACTUALLY_final.zip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history. No comparisons. Pure chaos.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Lost 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8132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teammates edit the same file. One saves. The other's changes are gone forever.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402336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88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No Safety Net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17296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working code? Introduce a bug? Without version control, you can't go back.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2697480"/>
            <a:ext cx="402336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788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Git's Solution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17296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change. Lets multiple people collaborate. Gives you a time machine for your code.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How Git Stores Data Internally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196596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1965960" cy="4572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361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raw file content with a SHA-1 hash. Same content = same hash. Git never duplicates.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87752" y="987552"/>
            <a:ext cx="196596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87752" y="987552"/>
            <a:ext cx="1965960" cy="457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9875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79192" y="15361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79192" y="1993392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filenames to blobs. Like a directory. Points to blobs and sub-trees.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18304" y="987552"/>
            <a:ext cx="196596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987552"/>
            <a:ext cx="1965960" cy="457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9875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9744" y="15361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9744" y="1993392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 a tree (snapshot), parent commit, author, date, and message.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48856" y="987552"/>
            <a:ext cx="196596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48856" y="987552"/>
            <a:ext cx="1965960" cy="45720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48856" y="9875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0296" y="15361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Ref/Branch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0296" y="1993392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just a text file with a commit hash. HEAD points to current branch.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Installing &amp; Configuring Git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19456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41832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941832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" y="941832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16916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Git (choose your platform)
</a:t>
            </a:r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install git</a:t>
            </a:r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Ubuntu/Linux
</a:t>
            </a:r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brew install git</a:t>
            </a:r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# macOS
</a:t>
            </a:r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Configure your identity (saved in every commit)
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--global user.name "Your Name"
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--global user.email "you@email.com"
</a:t>
            </a:r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--list</a:t>
            </a:r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# Verify everything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127248"/>
            <a:ext cx="8412480" cy="14630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18688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Your name and email are embedded in EVERY commit you make. This is how teams track who changed what. Use the same email as your GitHub account.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The Three Areas of Git — MOST IMPORTANT CONCEPT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517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2651760" cy="5029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Working Directory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edit files.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sees changes 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'untracked' or 'modified'.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saved to history yet.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977640"/>
            <a:ext cx="2468880" cy="502920"/>
          </a:xfrm>
          <a:prstGeom prst="roundRect">
            <a:avLst>
              <a:gd name="adj" fmla="val 7273"/>
            </a:avLst>
          </a:prstGeom>
          <a:solidFill>
            <a:srgbClr val="21262D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your files here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6517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822960"/>
            <a:ext cx="2651760" cy="5029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22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Staging Area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4173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preparation zone.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WHICH changes go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next commit.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to clean history.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3977640"/>
            <a:ext cx="2468880" cy="502920"/>
          </a:xfrm>
          <a:prstGeom prst="roundRect">
            <a:avLst>
              <a:gd name="adj" fmla="val 7273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&lt;file&gt;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822960"/>
            <a:ext cx="26517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822960"/>
            <a:ext cx="2651760" cy="5029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822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Repository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4173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record.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is saved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 with a unique hash.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history.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3977640"/>
            <a:ext cx="2468880" cy="502920"/>
          </a:xfrm>
          <a:prstGeom prst="roundRect">
            <a:avLst>
              <a:gd name="adj" fmla="val 7273"/>
            </a:avLst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17520" y="2194560"/>
            <a:ext cx="73152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2194560"/>
            <a:ext cx="73152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Your First Commit — Step by 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1546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886968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886968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" y="886968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338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my-project &amp;&amp; cd my-project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264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init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Initialized empty Git repository in .../my-project/.git/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'Hello, Git!' &gt; readme.txt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0428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5968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readme.txt is untracked — Git sees it but isn't tracking 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8895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readme.txt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1821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"Initial commit: Add readme"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7673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a1b2c3d  Initial commit: Add readme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005072"/>
            <a:ext cx="8412480" cy="6400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5079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git add moves changes to staging. git commit saves staging to the repository. Without git add, nothing gets committed.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Day 1 Hands-On Tasks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88136"/>
            <a:ext cx="402336" cy="402336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88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0149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Configure Git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2984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name/email globally, verify with git config --list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837944"/>
            <a:ext cx="402336" cy="402336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17647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First Repo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0482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→ git init → explore the .git folder structure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59736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587752"/>
            <a:ext cx="402336" cy="402336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25146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3 Meaningful Commits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27980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3 files, stage &amp; commit each with clear messages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337560"/>
            <a:ext cx="402336" cy="402336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32644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History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35478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 log, git log --oneline, git log --stat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087368"/>
            <a:ext cx="402336" cy="402336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40142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3 Areas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15568" y="42976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file → git status → git add → git status → git commit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2026-04-11T19:22:40Z</dcterms:created>
  <dcterms:modified xsi:type="dcterms:W3CDTF">2026-04-11T19:22:40Z</dcterms:modified>
</cp:coreProperties>
</file>
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47472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474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DAY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Git Techniques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Tags, cherry-pick, bisect, hooks, submodules &amp; advanced workflows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C8CFF"/>
                </a:solidFill>
              </a:rPr>
              <a:t>Tags &amp; Releases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320040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C8CFF"/>
                </a:solidFill>
              </a:rPr>
              <a:t>cherry-pick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320040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C8CFF"/>
                </a:solidFill>
              </a:rPr>
              <a:t>git bisect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03720" y="320040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C8CFF"/>
                </a:solidFill>
              </a:rPr>
              <a:t>Hooks &amp; Submodules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🏷️ Tags — Marking Release Points in History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256032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9601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9601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6424" y="9601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070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Lightweight tag (just a pointer to a commit)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49961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tag v1.0.0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79222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Annotated tag (recommended — includes message, author, date)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0848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tag -a v1.0.0 -m "Release version 1.0.0"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3774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tag                         # List all tags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6700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 origin v1.0.0          # Push specific tag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9626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 origin --tags          # Push all tags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2552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checkout v1.0.0             # Inspect old release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2697480" cy="1152144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935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Tag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950208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pointer to a commit. Like a branch that never moves.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0" y="3520440"/>
            <a:ext cx="2697480" cy="1152144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35935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Tag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37560" y="3950208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object with tagger name, date, message. Recommended for releases.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3520440"/>
            <a:ext cx="2697480" cy="1152144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35935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Versioning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72200" y="3950208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v1.2.3 = major.minor.patch. Follow this standard for every release.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🍒 git cherry-pick — Apply Specific Commits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Scenario: You have a critical bug fix on a feature branch. You need it in main NOW, but the rest of the feature isn't ready.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8412480" cy="196596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9164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69164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6424" y="169164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Find the commit hash you want to copy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2311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log feature/branch --oneline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52374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Apply that specific commit to current branch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8163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checkout main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cherry-pick a1b2c3d        # Copies that commit to main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401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cherry-pick a1b2c..e4f5g   # Range of commits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4160520" cy="102412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7307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Good use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05993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Backporting a bug fix to a release branch. Applying a specific feature from an abandoned branch.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3657600"/>
            <a:ext cx="4160520" cy="1024128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7307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Use carefully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405993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Cherry-picking creates duplicate commits with different hashes. Can cause confusion during merges.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🔍 git bisect — Binary Search for Bugs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Your app worked on v1.0. It's broken on v1.5. 500+ commits in between. Which one introduced the bug?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8412480" cy="221284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27048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" y="1527048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6424" y="1527048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556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bisect start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0299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bisect bad                  # Current commit is broken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3042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bisect good v1.0.0          # This version worked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578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Git checks out middle commit. Test your app, then: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8529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bisect good                 # OR:  git bisect bad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127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Git keeps halving the range until it finds the culprit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4015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Git prints: 'abc123 is the first bad commit'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6758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bisect reset                # Return to HEAD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721608"/>
            <a:ext cx="8412480" cy="969264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85616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Superpower: 500 commits? Bisect finds the bad one in just 9 steps (log₂500 ≈ 9). You can also automate it: git bisect run ./test.sh — Git runs your test script and bisects automatically.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🪝 Git Hooks — Automate Your Workflow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are scripts in .git/hooks that run automatically at Git events. They let you enforce rules, run tests, and automate tasks.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73352"/>
            <a:ext cx="1645920" cy="402336"/>
          </a:xfrm>
          <a:prstGeom prst="roundRect">
            <a:avLst>
              <a:gd name="adj" fmla="val 9091"/>
            </a:avLst>
          </a:prstGeom>
          <a:solidFill>
            <a:srgbClr val="21262D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7335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pre-commit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16184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each commit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77440" y="1911096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linter, block TODO/console.log, check formatting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82296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496312"/>
            <a:ext cx="1645920" cy="402336"/>
          </a:xfrm>
          <a:prstGeom prst="roundRect">
            <a:avLst>
              <a:gd name="adj" fmla="val 9091"/>
            </a:avLst>
          </a:prstGeom>
          <a:solidFill>
            <a:srgbClr val="21262D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49631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commit-msg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77440" y="24414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typing commit message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2734056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conventional commits format (feat:/fix:/docs:)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82296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319272"/>
            <a:ext cx="1645920" cy="402336"/>
          </a:xfrm>
          <a:prstGeom prst="roundRect">
            <a:avLst>
              <a:gd name="adj" fmla="val 9091"/>
            </a:avLst>
          </a:prstGeom>
          <a:solidFill>
            <a:srgbClr val="21262D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3192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pre-push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77440" y="32644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git push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377440" y="3557016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unit tests — block push if tests fail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142232"/>
            <a:ext cx="1645920" cy="402336"/>
          </a:xfrm>
          <a:prstGeom prst="roundRect">
            <a:avLst>
              <a:gd name="adj" fmla="val 9091"/>
            </a:avLst>
          </a:prstGeom>
          <a:solidFill>
            <a:srgbClr val="21262D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14223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post-merge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377440" y="40873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git pull/merge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377440" y="4379976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Auto-run npm install if package.json changed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🎯  Day 5 Hands-On Tasks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088136"/>
            <a:ext cx="402336" cy="402336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88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01498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Annotated Tags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2984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your repo's commits as v1.0.0 and v1.1.0 — push them to GitHub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09928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837944"/>
            <a:ext cx="402336" cy="402336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837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5568" y="17647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Cherry-Pick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204825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3 commits on a feature branch, cherry-pick only the 2nd one to main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459736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587752"/>
            <a:ext cx="402336" cy="402336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25146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Hunt with Bisect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279806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bug in commit 10 of 20 — use bisect to find it in &lt; 5 steps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09544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337560"/>
            <a:ext cx="402336" cy="402336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337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15568" y="326440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Pre-Commit Hook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15568" y="354787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.git/hooks/pre-commit that blocks commits with TODO in code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959352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4087368"/>
            <a:ext cx="402336" cy="402336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087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15568" y="401421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Submodules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15568" y="429768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public GitHub repo as a submodule, clone the parent, update submodule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2026-04-11T19:27:30Z</dcterms:created>
  <dcterms:modified xsi:type="dcterms:W3CDTF">2026-04-11T19:27:30Z</dcterms:modified>
</cp:coreProperties>
</file>